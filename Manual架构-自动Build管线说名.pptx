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全局搜索</a:t>
            </a:r>
            <a:r>
              <a:rPr lang="en-US" altLang="zh-CN"/>
              <a:t>“</a:t>
            </a:r>
            <a:r>
              <a:rPr lang="zh-CN" altLang="en-US"/>
              <a:t>构建 </a:t>
            </a:r>
            <a:r>
              <a:rPr lang="en-US" altLang="zh-CN"/>
              <a:t>AssetBundle”</a:t>
            </a:r>
            <a:endParaRPr lang="en-US" altLang="zh-CN"/>
          </a:p>
          <a:p>
            <a:r>
              <a:rPr lang="zh-CN" altLang="en-US"/>
              <a:t>已经加上</a:t>
            </a:r>
            <a:r>
              <a:rPr lang="en-US" altLang="zh-CN"/>
              <a:t> .logWarning() // </a:t>
            </a:r>
            <a:r>
              <a:rPr lang="zh-CN" altLang="en-US"/>
              <a:t>打印</a:t>
            </a:r>
            <a:r>
              <a:rPr lang="en-US" altLang="zh-CN"/>
              <a:t>Pipline Step Name</a:t>
            </a:r>
            <a:r>
              <a:rPr lang="zh-CN" altLang="en-US"/>
              <a:t>：</a:t>
            </a:r>
            <a:r>
              <a:rPr lang="en-US" altLang="zh-CN"/>
              <a:t> ↑</a:t>
            </a:r>
            <a:r>
              <a:rPr lang="en-US" altLang="zh-CN">
                <a:sym typeface="+mn-ea"/>
              </a:rPr>
              <a:t>↑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找到</a:t>
            </a:r>
            <a:r>
              <a:rPr lang="en-US" altLang="zh-CN">
                <a:sym typeface="+mn-ea"/>
              </a:rPr>
              <a:t>id: builder.Add(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       </a:t>
            </a:r>
            <a:r>
              <a:rPr lang="en-US" altLang="zh-CN" b="1">
                <a:sym typeface="+mn-ea"/>
              </a:rPr>
              <a:t>F8CoreBuildStepIds</a:t>
            </a:r>
            <a:r>
              <a:rPr lang="en-US" altLang="zh-CN">
                <a:sym typeface="+mn-ea"/>
              </a:rPr>
              <a:t>.BuildAssetBundles,</a:t>
            </a:r>
            <a:endParaRPr lang="en-US" altLang="zh-CN">
              <a:sym typeface="+mn-ea"/>
            </a:endParaRPr>
          </a:p>
          <a:p>
            <a:r>
              <a:rPr lang="zh-CN" altLang="en-US"/>
              <a:t>定位过去，附近就是真正执行的</a:t>
            </a:r>
            <a:r>
              <a:rPr lang="en-US" altLang="zh-CN"/>
              <a:t> </a:t>
            </a:r>
            <a:r>
              <a:rPr lang="en-US" altLang="zh-CN"/>
              <a:t>Step Action</a:t>
            </a:r>
            <a:endParaRPr lang="en-US" altLang="zh-CN"/>
          </a:p>
          <a:p>
            <a:r>
              <a:rPr lang="zh-CN" altLang="en-US"/>
              <a:t>例如：</a:t>
            </a:r>
            <a:r>
              <a:rPr lang="en-US" altLang="zh-CN" sz="2000"/>
              <a:t>internal sealed class </a:t>
            </a:r>
            <a:r>
              <a:rPr lang="en-US" altLang="zh-CN" sz="2400" b="1"/>
              <a:t>F8BuildAssetBundlesStep</a:t>
            </a:r>
            <a:r>
              <a:rPr lang="en-US" altLang="zh-CN" sz="2400"/>
              <a:t> </a:t>
            </a:r>
            <a:r>
              <a:rPr lang="en-US" altLang="zh-CN" sz="2000"/>
              <a:t>: IF8EditorPipelineStep</a:t>
            </a:r>
            <a:endParaRPr lang="en-US" altLang="zh-CN" sz="2000" b="1"/>
          </a:p>
          <a:p>
            <a:r>
              <a:rPr lang="en-US" altLang="zh-CN" sz="2000"/>
              <a:t>    	      {</a:t>
            </a:r>
            <a:endParaRPr lang="en-US" altLang="zh-CN" sz="2000"/>
          </a:p>
          <a:p>
            <a:endParaRPr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打包</a:t>
            </a:r>
            <a:r>
              <a:rPr lang="en-US" altLang="zh-CN"/>
              <a:t> </a:t>
            </a:r>
            <a:r>
              <a:rPr lang="en-US" altLang="zh-CN"/>
              <a:t>Run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无什么</a:t>
            </a:r>
            <a:r>
              <a:rPr lang="zh-CN" altLang="en-US"/>
              <a:t>用</a:t>
            </a:r>
            <a:endParaRPr lang="zh-CN" altLang="en-US"/>
          </a:p>
          <a:p>
            <a:r>
              <a:rPr lang="zh-CN" altLang="en-US"/>
              <a:t>还是要</a:t>
            </a:r>
            <a:r>
              <a:rPr lang="en-US" altLang="zh-CN"/>
              <a:t> </a:t>
            </a:r>
            <a:r>
              <a:rPr lang="en-US" altLang="zh-CN"/>
              <a:t>Build Report Tools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自动</a:t>
            </a:r>
            <a:r>
              <a:rPr lang="en-US" altLang="zh-CN"/>
              <a:t>Scan + </a:t>
            </a:r>
            <a:r>
              <a:rPr lang="zh-CN" altLang="en-US"/>
              <a:t>一键化</a:t>
            </a:r>
            <a:r>
              <a:rPr lang="en-US" altLang="zh-CN"/>
              <a:t>Text</a:t>
            </a:r>
            <a:r>
              <a:rPr lang="zh-CN" altLang="en-US"/>
              <a:t>脚本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8350" y="2038985"/>
            <a:ext cx="83820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Unity WebGL </a:t>
            </a:r>
            <a:r>
              <a:rPr lang="zh-CN" altLang="en-US"/>
              <a:t>打包后本地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在另一个项目做的</a:t>
            </a:r>
            <a:r>
              <a:rPr lang="en-US" altLang="zh-CN"/>
              <a:t> html </a:t>
            </a:r>
            <a:r>
              <a:rPr lang="zh-CN" altLang="en-US"/>
              <a:t>服务</a:t>
            </a:r>
            <a:endParaRPr lang="en-US" altLang="zh-CN"/>
          </a:p>
          <a:p>
            <a:r>
              <a:rPr lang="en-US" altLang="zh-CN"/>
              <a:t>I:\2027export_lol_glb_models\Codex-vscode-IDE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server.sdir.py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/>
          </a:p>
          <a:p>
            <a:pPr marL="0" indent="0">
              <a:buNone/>
            </a:pPr>
            <a:r>
              <a:rPr lang="en-US" altLang="zh-CN"/>
              <a:t>= </a:t>
            </a:r>
            <a:r>
              <a:rPr lang="zh-CN" altLang="en-US"/>
              <a:t>命令</a:t>
            </a:r>
            <a:r>
              <a:rPr lang="en-US" altLang="zh-CN"/>
              <a:t> =</a:t>
            </a:r>
            <a:endParaRPr lang="zh-CN" altLang="en-US"/>
          </a:p>
          <a:p>
            <a:r>
              <a:rPr lang="en-US" altLang="zh-CN"/>
              <a:t>python server.sdir.py</a:t>
            </a:r>
            <a:endParaRPr lang="en-US" altLang="zh-CN"/>
          </a:p>
          <a:p>
            <a:r>
              <a:rPr lang="zh-CN" altLang="en-US"/>
              <a:t>等待输入</a:t>
            </a:r>
            <a:r>
              <a:rPr lang="en-US" altLang="zh-CN">
                <a:solidFill>
                  <a:srgbClr val="FF0000"/>
                </a:solidFill>
              </a:rPr>
              <a:t>&lt;</a:t>
            </a:r>
            <a:r>
              <a:rPr lang="zh-CN" altLang="en-US">
                <a:solidFill>
                  <a:srgbClr val="FF0000"/>
                </a:solidFill>
              </a:rPr>
              <a:t>刚才打包的</a:t>
            </a:r>
            <a:r>
              <a:rPr lang="en-US" altLang="zh-CN">
                <a:solidFill>
                  <a:srgbClr val="FF0000"/>
                </a:solidFill>
              </a:rPr>
              <a:t> WebGL </a:t>
            </a:r>
            <a:r>
              <a:rPr lang="zh-CN" altLang="en-US">
                <a:solidFill>
                  <a:srgbClr val="FF0000"/>
                </a:solidFill>
              </a:rPr>
              <a:t>目录</a:t>
            </a:r>
            <a:r>
              <a:rPr lang="en-US" altLang="zh-CN">
                <a:solidFill>
                  <a:srgbClr val="FF0000"/>
                </a:solidFill>
              </a:rPr>
              <a:t>&gt;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WPS 演示</Application>
  <PresentationFormat>宽屏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打包 Run</vt:lpstr>
      <vt:lpstr>自动Scan + 一键化Text脚本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吃鱼的陆</cp:lastModifiedBy>
  <cp:revision>22</cp:revision>
  <dcterms:created xsi:type="dcterms:W3CDTF">2023-08-09T12:44:00Z</dcterms:created>
  <dcterms:modified xsi:type="dcterms:W3CDTF">2026-10-02T13:22:19Z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CF8B96220FA44BF4AC3CC83F7B3A8ED1_12</vt:lpwstr>
  </property>
</Properties>
</file>