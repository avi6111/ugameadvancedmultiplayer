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bleStyles" Target="tableStyles.xml"/><Relationship Id="rId8" Type="http://schemas.openxmlformats.org/officeDocument/2006/relationships/viewProps" Target="viewProps.xml"/><Relationship Id="rId7" Type="http://schemas.openxmlformats.org/officeDocument/2006/relationships/presProps" Target="presProps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全局搜索</a:t>
            </a:r>
            <a:r>
              <a:rPr lang="en-US" altLang="zh-CN"/>
              <a:t>“</a:t>
            </a:r>
            <a:r>
              <a:rPr lang="zh-CN" altLang="en-US"/>
              <a:t>构建 </a:t>
            </a:r>
            <a:r>
              <a:rPr lang="en-US" altLang="zh-CN"/>
              <a:t>AssetBundle”</a:t>
            </a:r>
            <a:endParaRPr lang="en-US" altLang="zh-CN"/>
          </a:p>
          <a:p>
            <a:r>
              <a:rPr lang="zh-CN" altLang="en-US"/>
              <a:t>已经加上</a:t>
            </a:r>
            <a:r>
              <a:rPr lang="en-US" altLang="zh-CN"/>
              <a:t> .logWarning() // </a:t>
            </a:r>
            <a:r>
              <a:rPr lang="zh-CN" altLang="en-US"/>
              <a:t>打印</a:t>
            </a:r>
            <a:r>
              <a:rPr lang="en-US" altLang="zh-CN"/>
              <a:t>Pipline Step Name</a:t>
            </a:r>
            <a:r>
              <a:rPr lang="zh-CN" altLang="en-US"/>
              <a:t>：</a:t>
            </a:r>
            <a:r>
              <a:rPr lang="en-US" altLang="zh-CN"/>
              <a:t> ↑</a:t>
            </a:r>
            <a:r>
              <a:rPr lang="en-US" altLang="zh-CN">
                <a:sym typeface="+mn-ea"/>
              </a:rPr>
              <a:t>↑</a:t>
            </a:r>
            <a:endParaRPr lang="en-US" altLang="zh-CN">
              <a:sym typeface="+mn-ea"/>
            </a:endParaRPr>
          </a:p>
          <a:p>
            <a:r>
              <a:rPr lang="zh-CN" altLang="en-US">
                <a:sym typeface="+mn-ea"/>
              </a:rPr>
              <a:t>找到</a:t>
            </a:r>
            <a:r>
              <a:rPr lang="en-US" altLang="zh-CN">
                <a:sym typeface="+mn-ea"/>
              </a:rPr>
              <a:t>id: builder.Add(</a:t>
            </a:r>
            <a:endParaRPr lang="en-US" altLang="zh-CN">
              <a:sym typeface="+mn-ea"/>
            </a:endParaRPr>
          </a:p>
          <a:p>
            <a:r>
              <a:rPr lang="en-US" altLang="zh-CN">
                <a:sym typeface="+mn-ea"/>
              </a:rPr>
              <a:t>                    </a:t>
            </a:r>
            <a:r>
              <a:rPr lang="en-US" altLang="zh-CN" b="1">
                <a:sym typeface="+mn-ea"/>
              </a:rPr>
              <a:t>F8CoreBuildStepIds</a:t>
            </a:r>
            <a:r>
              <a:rPr lang="en-US" altLang="zh-CN">
                <a:sym typeface="+mn-ea"/>
              </a:rPr>
              <a:t>.BuildAssetBundles,</a:t>
            </a:r>
            <a:endParaRPr lang="en-US" altLang="zh-CN">
              <a:sym typeface="+mn-ea"/>
            </a:endParaRPr>
          </a:p>
          <a:p>
            <a:r>
              <a:rPr lang="zh-CN" altLang="en-US"/>
              <a:t>定位过去，附近就是真正执行的</a:t>
            </a:r>
            <a:r>
              <a:rPr lang="en-US" altLang="zh-CN"/>
              <a:t> </a:t>
            </a:r>
            <a:r>
              <a:rPr lang="en-US" altLang="zh-CN"/>
              <a:t>Step Action</a:t>
            </a:r>
            <a:endParaRPr lang="en-US" altLang="zh-CN"/>
          </a:p>
          <a:p>
            <a:r>
              <a:rPr lang="zh-CN" altLang="en-US"/>
              <a:t>例如：</a:t>
            </a:r>
            <a:r>
              <a:rPr lang="en-US" altLang="zh-CN" sz="2000"/>
              <a:t>internal sealed class </a:t>
            </a:r>
            <a:r>
              <a:rPr lang="en-US" altLang="zh-CN" sz="2400" b="1"/>
              <a:t>F8BuildAssetBundlesStep</a:t>
            </a:r>
            <a:r>
              <a:rPr lang="en-US" altLang="zh-CN" sz="2400"/>
              <a:t> </a:t>
            </a:r>
            <a:r>
              <a:rPr lang="en-US" altLang="zh-CN" sz="2000"/>
              <a:t>: IF8EditorPipelineStep</a:t>
            </a:r>
            <a:endParaRPr lang="en-US" altLang="zh-CN" sz="2000" b="1"/>
          </a:p>
          <a:p>
            <a:r>
              <a:rPr lang="en-US" altLang="zh-CN" sz="2000"/>
              <a:t>    	      {</a:t>
            </a:r>
            <a:endParaRPr lang="en-US" altLang="zh-CN" sz="2000"/>
          </a:p>
          <a:p>
            <a:endParaRPr lang="en-US" altLang="zh-CN" sz="2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打包</a:t>
            </a:r>
            <a:r>
              <a:rPr lang="en-US" altLang="zh-CN"/>
              <a:t> </a:t>
            </a:r>
            <a:r>
              <a:rPr lang="en-US" altLang="zh-CN"/>
              <a:t>Run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无什么</a:t>
            </a:r>
            <a:r>
              <a:rPr lang="zh-CN" altLang="en-US"/>
              <a:t>用</a:t>
            </a:r>
            <a:endParaRPr lang="zh-CN" altLang="en-US"/>
          </a:p>
          <a:p>
            <a:r>
              <a:rPr lang="zh-CN" altLang="en-US"/>
              <a:t>还是要</a:t>
            </a:r>
            <a:r>
              <a:rPr lang="en-US" altLang="zh-CN"/>
              <a:t> </a:t>
            </a:r>
            <a:r>
              <a:rPr lang="en-US" altLang="zh-CN"/>
              <a:t>Build Report Tools</a:t>
            </a:r>
            <a:endParaRPr lang="en-US" altLang="zh-C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自动</a:t>
            </a:r>
            <a:r>
              <a:rPr lang="en-US" altLang="zh-CN"/>
              <a:t>Scan + </a:t>
            </a:r>
            <a:r>
              <a:rPr lang="zh-CN" altLang="en-US"/>
              <a:t>一键化</a:t>
            </a:r>
            <a:r>
              <a:rPr lang="en-US" altLang="zh-CN"/>
              <a:t>Text</a:t>
            </a:r>
            <a:r>
              <a:rPr lang="zh-CN" altLang="en-US"/>
              <a:t>脚本</a:t>
            </a:r>
            <a:endParaRPr lang="zh-CN" altLang="en-US"/>
          </a:p>
        </p:txBody>
      </p:sp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768350" y="2038985"/>
            <a:ext cx="8382000" cy="39243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300</Words>
  <Application>WPS 演示</Application>
  <PresentationFormat>宽屏</PresentationFormat>
  <Paragraphs>16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1" baseType="lpstr">
      <vt:lpstr>Arial</vt:lpstr>
      <vt:lpstr>宋体</vt:lpstr>
      <vt:lpstr>Wingdings</vt:lpstr>
      <vt:lpstr>Calibri</vt:lpstr>
      <vt:lpstr>微软雅黑</vt:lpstr>
      <vt:lpstr>Arial Unicode MS</vt:lpstr>
      <vt:lpstr>WPS</vt:lpstr>
      <vt:lpstr>PowerPoint 演示文稿</vt:lpstr>
      <vt:lpstr>PowerPoint 演示文稿</vt:lpstr>
      <vt:lpstr>打包 Run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吃鱼的陆</cp:lastModifiedBy>
  <cp:revision>19</cp:revision>
  <dcterms:created xsi:type="dcterms:W3CDTF">2023-08-09T12:44:00Z</dcterms:created>
  <dcterms:modified xsi:type="dcterms:W3CDTF">2026-10-01T12:31:29Z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CF8B96220FA44BF4AC3CC83F7B3A8ED1_12</vt:lpwstr>
  </property>
</Properties>
</file>